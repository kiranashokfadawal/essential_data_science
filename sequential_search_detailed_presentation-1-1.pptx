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Sequential Search (Linear Search)</a:t>
            </a:r>
          </a:p>
        </p:txBody>
      </p:sp>
      <p:sp>
        <p:nvSpPr>
          <p:cNvPr id="3" name="Content Placeholder 2"/>
          <p:cNvSpPr>
            <a:spLocks noGrp="1"/>
          </p:cNvSpPr>
          <p:nvPr>
            <p:ph idx="1"/>
          </p:nvPr>
        </p:nvSpPr>
        <p:spPr/>
        <p:txBody>
          <a:bodyPr/>
          <a:lstStyle/>
          <a:p>
            <a:r>
              <a:t>A basic searching technique used in computer programming.</a:t>
            </a:r>
          </a:p>
          <a:p>
            <a:r>
              <a:t>It finds a specific element in a list or array by checking elements one by 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Definition</a:t>
            </a:r>
          </a:p>
        </p:txBody>
      </p:sp>
      <p:sp>
        <p:nvSpPr>
          <p:cNvPr id="3" name="Content Placeholder 2"/>
          <p:cNvSpPr>
            <a:spLocks noGrp="1"/>
          </p:cNvSpPr>
          <p:nvPr>
            <p:ph idx="1"/>
          </p:nvPr>
        </p:nvSpPr>
        <p:spPr/>
        <p:txBody>
          <a:bodyPr/>
          <a:lstStyle/>
          <a:p>
            <a:r>
              <a:t>Sequential Search is a method in which each element of the list is compared with the target value until the element is found or the list 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Idea</a:t>
            </a:r>
          </a:p>
        </p:txBody>
      </p:sp>
      <p:sp>
        <p:nvSpPr>
          <p:cNvPr id="3" name="Content Placeholder 2"/>
          <p:cNvSpPr>
            <a:spLocks noGrp="1"/>
          </p:cNvSpPr>
          <p:nvPr>
            <p:ph idx="1"/>
          </p:nvPr>
        </p:nvSpPr>
        <p:spPr/>
        <p:txBody>
          <a:bodyPr/>
          <a:lstStyle/>
          <a:p>
            <a:r>
              <a:t>• Start searching from the first element</a:t>
            </a:r>
          </a:p>
          <a:p>
            <a:r>
              <a:t>• Compare each element with the search key</a:t>
            </a:r>
          </a:p>
          <a:p>
            <a:r>
              <a:t>• Continue until the element is found or the list 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Algorithm (Steps)</a:t>
            </a:r>
          </a:p>
        </p:txBody>
      </p:sp>
      <p:sp>
        <p:nvSpPr>
          <p:cNvPr id="3" name="Content Placeholder 2"/>
          <p:cNvSpPr>
            <a:spLocks noGrp="1"/>
          </p:cNvSpPr>
          <p:nvPr>
            <p:ph idx="1"/>
          </p:nvPr>
        </p:nvSpPr>
        <p:spPr/>
        <p:txBody>
          <a:bodyPr/>
          <a:lstStyle/>
          <a:p>
            <a:r>
              <a:t>1. Start</a:t>
            </a:r>
          </a:p>
          <a:p>
            <a:r>
              <a:t>2. Take array and element to search</a:t>
            </a:r>
          </a:p>
          <a:p>
            <a:r>
              <a:t>3. Compare first element with key</a:t>
            </a:r>
          </a:p>
          <a:p>
            <a:r>
              <a:t>4. If equal → element found</a:t>
            </a:r>
          </a:p>
          <a:p>
            <a:r>
              <a:t>5. Otherwise move to next element</a:t>
            </a:r>
          </a:p>
          <a:p>
            <a:r>
              <a:t>6. Repeat until end of list</a:t>
            </a:r>
          </a:p>
          <a:p>
            <a:r>
              <a:t>7. If not found → display element not found</a:t>
            </a:r>
          </a:p>
          <a:p>
            <a:r>
              <a:t>8. Stop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a:t>
            </a:r>
          </a:p>
        </p:txBody>
      </p:sp>
      <p:sp>
        <p:nvSpPr>
          <p:cNvPr id="3" name="Content Placeholder 2"/>
          <p:cNvSpPr>
            <a:spLocks noGrp="1"/>
          </p:cNvSpPr>
          <p:nvPr>
            <p:ph idx="1"/>
          </p:nvPr>
        </p:nvSpPr>
        <p:spPr/>
        <p:txBody>
          <a:bodyPr/>
          <a:lstStyle/>
          <a:p>
            <a:r>
              <a:t>Array: [5, 8, 12, 20, 25]</a:t>
            </a:r>
          </a:p>
          <a:p>
            <a:r>
              <a:t>Search element: 20</a:t>
            </a:r>
          </a:p>
          <a:p/>
          <a:p>
            <a:r>
              <a:t>Check 5 → not match</a:t>
            </a:r>
          </a:p>
          <a:p>
            <a:r>
              <a:t>Check 8 → not match</a:t>
            </a:r>
          </a:p>
          <a:p>
            <a:r>
              <a:t>Check 12 → not match</a:t>
            </a:r>
          </a:p>
          <a:p>
            <a:r>
              <a:t>Check 20 → match found (position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Python Program</a:t>
            </a:r>
          </a:p>
        </p:txBody>
      </p:sp>
      <p:sp>
        <p:nvSpPr>
          <p:cNvPr id="3" name="Content Placeholder 2"/>
          <p:cNvSpPr>
            <a:spLocks noGrp="1"/>
          </p:cNvSpPr>
          <p:nvPr>
            <p:ph idx="1"/>
          </p:nvPr>
        </p:nvSpPr>
        <p:spPr/>
        <p:txBody>
          <a:bodyPr/>
          <a:lstStyle/>
          <a:p>
            <a:r>
              <a:t>arr = [10,20,30,40,50]</a:t>
            </a:r>
          </a:p>
          <a:p>
            <a:r>
              <a:t>key = int(input('Enter element: '))</a:t>
            </a:r>
          </a:p>
          <a:p>
            <a:r>
              <a:t>for i in range(len(arr)):</a:t>
            </a:r>
          </a:p>
          <a:p>
            <a:r>
              <a:t>    if arr[i] == key:</a:t>
            </a:r>
          </a:p>
          <a:p>
            <a:r>
              <a:t>        print('Element found at position', i+1)</a:t>
            </a:r>
          </a:p>
          <a:p>
            <a:r>
              <a:t>        break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Time Complexity</a:t>
            </a:r>
          </a:p>
        </p:txBody>
      </p:sp>
      <p:sp>
        <p:nvSpPr>
          <p:cNvPr id="3" name="Content Placeholder 2"/>
          <p:cNvSpPr>
            <a:spLocks noGrp="1"/>
          </p:cNvSpPr>
          <p:nvPr>
            <p:ph idx="1"/>
          </p:nvPr>
        </p:nvSpPr>
        <p:spPr/>
        <p:txBody>
          <a:bodyPr/>
          <a:lstStyle/>
          <a:p>
            <a:r>
              <a:t>Best Case: O(1) – element found at first position</a:t>
            </a:r>
          </a:p>
          <a:p>
            <a:r>
              <a:t>Average Case: O(n)</a:t>
            </a:r>
          </a:p>
          <a:p>
            <a:r>
              <a:t>Worst Case: O(n) – element found at last position or not present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p:txBody>
          <a:bodyPr/>
          <a:lstStyle/>
          <a:p>
            <a:r>
              <a:t>• Very simple and easy to understand</a:t>
            </a:r>
          </a:p>
          <a:p>
            <a:r>
              <a:t>• Works with unsorted data</a:t>
            </a:r>
          </a:p>
          <a:p>
            <a:r>
              <a:t>• Easy to implement</a:t>
            </a:r>
          </a:p>
          <a:p>
            <a:r>
              <a:t>• Suitable for small datasets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Disadvantages</a:t>
            </a:r>
          </a:p>
        </p:txBody>
      </p:sp>
      <p:sp>
        <p:nvSpPr>
          <p:cNvPr id="3" name="Content Placeholder 2"/>
          <p:cNvSpPr>
            <a:spLocks noGrp="1"/>
          </p:cNvSpPr>
          <p:nvPr>
            <p:ph idx="1"/>
          </p:nvPr>
        </p:nvSpPr>
        <p:spPr/>
        <p:txBody>
          <a:bodyPr/>
          <a:lstStyle/>
          <a:p>
            <a:r>
              <a:t>• Slow for large datasets</a:t>
            </a:r>
          </a:p>
          <a:p>
            <a:r>
              <a:t>• Each element must be checked one by one</a:t>
            </a:r>
          </a:p>
          <a:p>
            <a:r>
              <a:t>• Not efficient compared to binary search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a:t>
            </a:r>
          </a:p>
        </p:txBody>
      </p:sp>
      <p:sp>
        <p:nvSpPr>
          <p:cNvPr id="3" name="Content Placeholder 2"/>
          <p:cNvSpPr>
            <a:spLocks noGrp="1"/>
          </p:cNvSpPr>
          <p:nvPr>
            <p:ph idx="1"/>
          </p:nvPr>
        </p:nvSpPr>
        <p:spPr/>
        <p:txBody>
          <a:bodyPr/>
          <a:lstStyle/>
          <a:p>
            <a:r>
              <a:t>• Searching small lists</a:t>
            </a:r>
          </a:p>
          <a:p>
            <a:r>
              <a:t>• Basic learning of searching algorithms</a:t>
            </a:r>
          </a:p>
          <a:p>
            <a:r>
              <a:t>• Used when data is not sorted</a:t>
            </a:r>
          </a:p>
          <a:p>
            <a:r>
              <a:t>• Used in simple programs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Sequential Search is one of the simplest searching algorithms. It is easy to understand and implement, but it becomes slow for large datasets. It is mainly useful for small data and educational purposes.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